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React JS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An introduction to building user interfaces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React JS is a JavaScript library for building fast and interactive user interfaces. Created by Facebook, it's component-based and declarative.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Features of React JS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Component-Based Architecture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Virtual DOM for Efficiency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Declarative UI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Unidirectional Data Flow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React JS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React Router for navigation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Redux for state management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Next.js for server-side rendering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React Native for mobile apps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React JS offers a robust and efficient approach to UI development. It's a preferred choice for modern web applications thanks to its component-based architecture and rich ecosystem.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2025-03-11T12:22:12Z</dcterms:created>
  <dcterms:modified xsi:type="dcterms:W3CDTF">2025-03-11T12:22:12Z</dcterms:modified>
</cp:coreProperties>
</file>