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</a:rPr>
              <a:t>Introduction to Agentic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Definition and key concepts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Role in modern technology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Importance in automation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</a:rPr>
              <a:t>AI in Presentation Creation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Streamlining content generation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Enhancing visual aesthetics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Customization based on audience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</a:rPr>
              <a:t>Benefits of Agentic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Time efficiency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Consistency in quality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Scalability for large projects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</a:rPr>
              <a:t>Challenges and Solutions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Ethical considerations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Handling complex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Integrating with current systems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</a:rPr>
              <a:t>Future of AI in Presentations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Trends and predictions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Impact on professionals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Opportunities for innovation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2025-03-11T18:09:50Z</dcterms:created>
  <dcterms:modified xsi:type="dcterms:W3CDTF">2025-03-11T18:09:50Z</dcterms:modified>
</cp:coreProperties>
</file>